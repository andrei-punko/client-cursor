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Привет. Сегодня разберём Cursor API как альтернативу классической offset-пагинации.
Если у вас большой датасет и клиент листает далеко вглубь, LIMIT плюс OFFSET начинает дорого стоить — и ещё может отдавать дубликаты или пропускать записи, когда данные активно пишутся.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Разберём: в чём именно проблема offset-пагинации, как работает курсор прямой и обратный, зачем нужен sequential id, и коротко посмотрим, как это сделано в демо-проекте client-cursor.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Начнём с того, как устроен привычный paging на основе OFFSET.
Клиент говорит: дай мне LIMIT записей, начиная с позиции OFFSET. На слайде маленький пример: offset два, limit два. На практике это часто offset четыреста, limit двадцать — в итоге получается «двадцать первая страница».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Смотрим на список. Первая страница — Ada и Bob. Чтобы взять следующую, клиент говорит OFFSET равно двум: пропусти первые две, отдай следующие две — Cat и 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Интуиция такая: «просто прыгни на нужное место». Но для многих СУБД это выглядит иначе: нужно прочитать и отсортировать строки вплоть до OFFSET плюс LIMIT, а потом отбросить первые OFFSET. То есть при дальней странице вы платите за работу, результат которой клиенту даже не отдаёте.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Отсюда два практических минуса.
Первый — производительность. Чем дальше страница, тем тяжелее запрос. На больших таблицах получение «страницы 500» может быть заметно медленнее получения «страницы 1», даже при том же LIMIT.
Второй — стабильность. Пока пользователь листает, в таблицу могут вставляться новые строки. Окно, заданное номером страницы, начинает плыть: часть записей пользователь увидит дважды, часть — пропустит.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как выглядит сдвиг окна. Клиент уже видел Ada и Bob и просит OFFSET равно двум. Тем временем вставили Ben. Теперь вторые две записи — Ben и Bob: Bob приходит повторно, Cat сдвигается дальше. Вывод: для ленты надёжнее опираться не на номер страницы, а на конкретную позицию в упорядоченном наборе.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появляется идея Cursor API.
Подчеркну, что речь о клиентском курсоре, т.к. есть еще курсор в БД, о нем сейчас речь не идет.
Сервер в ответе возвращает маркер — курсор. Это непрозрачная для клиента строка, которая ссылается на место, где мы остановились. В следующем запросе клиент передаёт этот маркер и просит порцию после него — или до него, если идём назад.
Модель меняется: вместо «дай страницу номер N» — говорим «дай следующую» и «дай предыдущую». Для бесконечного скролла это обычно то, что нужно.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Важный нюанс: одного поля сортировки часто мало.
Несколько статей могут быть от одного автора. Если запомнить только «мы остановились на John», непонятно, с какой именно записи John продолжать.
Поэтому нужен sequential id — монотонный идентификатор: числовой первичный ключ, serial, bigserial. В курсоре храним author и id крайней записи. При равных значениях sort-поля двигаемся по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запрос — без курсора. Клиент задаёт размер страницы и, если нужно, сортировку.
В нашем демо это GET /articles с sort_by=author, sort_order=ASC и size=2. К базе уходит ORDER BY по полю сортировки и по id, плюс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ответе — массив data и, если записей ровно столько, сколько просили, поле next с закодированным курсором. Он строится от последней записи страницы — здесь id=38. Поля prev на первой странице нет: назад идти некуда.
Если вернулось меньше, чем size, мы у края ленты — next можно не отдавать.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клиент берёт next cursor и передаёт его в следующем запросе.
Сервер декодирует cursor и строит seek-условие. В упрощённом SQL для сортировки по возрастанию: либо то же значение поля и больший id, либо строго большее значение поля. Плюс снова ORDER BY и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Жёлтая строка — место, на котором остановились: John с id=38. Следующая порция начинается сразу после неё: ещё один John, уже с id=39, и Zed. Даже при одинаковых author продолжение однозначное.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Внутри курсора до кодировки в Base64 — компактный JSON. В проекте ключи короткие:
- f — направление вперёд,
- i — id, 
- n и v — имя и значение поля сортировки,
- o — порядок ASC или DESC.
Клиенту это разбирать не обязательно: для него курсор — просто строка из прошлого ответа.
В ответе на вторую страницу уже могут появиться и prev, и next курсоры.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Обратный курсор — зеркальная история.
Клиент передаёт prev из прошлого ответа. Условие «меньше»: либо тот же author и меньший id, либо строго меньший author. В БД сортировка по убыванию, LIMIT тот же. Затем результат разворачиваем — клиент получает записи в ожидаемом порядке.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Обратный курсор — зеркальная история.
Условие «меньше», сортировка в запросе к БД — по убыванию, LIMIT тот же. Но клиенту мы отдаём список в ожидаемом порядке чтения вперёд, поэтому после выборки результат разворачиваем.
prev строится от первой записи текущей страницы и помечается как backward — параметр f равен false. Так клиент ходит туда-сюда относительно текущей позиции, не считая номера страниц.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Удобный приём: упаковать параметры запроса в сам курсор.
После первого запроса клиенту достаточно передавать size и cursor (на выбор - next или prev).
sort_by и sort_order уже внутри курсора — их не нужно повторять в query string, и нельзя случайно пересортировать середину ленты другим полем.
В нашем проекте это жёстко: если курсор уже есть, sort_by в query передавать нельзя — либо в параметре, либо внутри курсора.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про демо client-cursor.
Это Spring Boot REST на порту 9080. Листинг статей: GET /articles, ответ data, prev, next.
Первый запрос: curl с size=2 и sort_by=author. Во втором — тот же size и cursor из next или prev.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Правила, которые полезно помнить:
- sort_by и sort_order только на старте;
- size можно менять; next становится null на последней странице;
- prev равен null на первой странице — в том числе когда пришли туда шагом назад.
- Sort-поля ограничены whitelist: title, author, summary.
- Sequential id здесь — обычный generated Article.id.
- Подробности и Swagger — по ссылкам в описании.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Подведём итог.
Cursor API — это пагинация через позицию: стабильнее и предсказуемее offset на больших и «живых» датасетах.
Цена — другой UX: удобные переходы по next или prev курсору, а не произвольный прыжок на "страницу номер сто".
Если хотите посмотреть рабочий пример — ссылка на репозиторий с кодом проекта, где есть подробный README с curl-командами, находится в описании к ролику.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Cursor</dc:title>
  <dc:subject>PptxGenJS Presentation</dc:subject>
  <dc:creator>Created by Marp</dc:creator>
  <cp:lastModifiedBy>Created by Marp</cp:lastModifiedBy>
  <cp:revision>1</cp:revision>
  <dcterms:created xsi:type="dcterms:W3CDTF">2026-08-13T20:49:52Z</dcterms:created>
  <dcterms:modified xsi:type="dcterms:W3CDTF">2026-08-13T20:49:52Z</dcterms:modified>
</cp:coreProperties>
</file>